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8c4eca54b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8c4eca54b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8c4eca54b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8c4eca54b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8c4eca54b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8c4eca54b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7f302049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7f302049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b7f3020495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b7f3020495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b9c96f4e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b9c96f4e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9c96f4e9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9c96f4e9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2399f636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c2399f636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9c96f4e9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9c96f4e9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7f302049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7f302049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7f302049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7f302049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7f302049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7f302049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b7fdd86e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b7fdd86e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baaedbbff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baaedbbff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bb37ddec6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bb37ddec6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b37ddec6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b37ddec6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37ddec60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b37ddec60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b9c96f4e99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b9c96f4e99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2399f636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2399f636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b37ddec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bb37ddec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b8458fa13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b8458fa13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8458fa1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8458fa1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b8458fa139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b8458fa139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9c96f4e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9c96f4e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c81debfe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c81debfe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bfa2303d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3bfa2303d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b9c96f4e99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b9c96f4e99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cloud.pal-robotics.com/s/MMRYi6zSTiQKLEa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docs.pal-robotics.com/edge/general/getting-started-simulator#robots-simulation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iki.ros.org/Robots/TIAGo/Tutorials/motions/key_teleop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pal-robotics.com/edge/general/getting-started-simulator#robots-simulation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pal-robotics.com/edge/general/getting-started-simulator#robots-simulation" TargetMode="Externa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docs.pal-robotics.com/edge/development/rpk-tutorial#rpk-tutoria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docs.pal-robotics.com/edge/development/basic-hello-world" TargetMode="External"/><Relationship Id="rId4" Type="http://schemas.openxmlformats.org/officeDocument/2006/relationships/hyperlink" Target="https://docs.pal-robotics.com/edge/development/interaction-simulator#interaction-simulator" TargetMode="External"/><Relationship Id="rId5" Type="http://schemas.openxmlformats.org/officeDocument/2006/relationships/hyperlink" Target="https://ros4hri.github.io/tutorials/interactive-social-robots/zero-to-llm.html" TargetMode="External"/><Relationship Id="rId6" Type="http://schemas.openxmlformats.org/officeDocument/2006/relationships/hyperlink" Target="https://docs.pal-robotics.com/edge/development/rpk-tutorial#rpk-tutorial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docs.pal-robotics.com/edge/development/robot-communication-ros2#robot-communication-ros2" TargetMode="External"/><Relationship Id="rId4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hyperlink" Target="http://.launch.py" TargetMode="Externa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Tiago development environment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Pull docker image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Image download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trike="sngStrike"/>
              <a:t>LINK: </a:t>
            </a:r>
            <a:r>
              <a:rPr lang="en" u="sng" strike="sngStrike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https://cloud.pal-robotics.com/s/MMRYi6zSTiQKLEa</a:t>
            </a:r>
            <a:endParaRPr strike="sngStrike"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 strike="sngStrike"/>
              <a:t>PASSWORD: 999TtcKC</a:t>
            </a:r>
            <a:endParaRPr strike="sngStrike"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Link: https://cloud.pal-robotics.com/s/keLY6Nipz5KbZ7P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■"/>
            </a:pPr>
            <a:r>
              <a:rPr lang="en"/>
              <a:t>Password: 9CcoeXAC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bash unl-build-docker.sh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Run temporary docker container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docker run -it --name</a:t>
            </a:r>
            <a:r>
              <a:rPr lang="en">
                <a:solidFill>
                  <a:srgbClr val="0000FF"/>
                </a:solidFill>
              </a:rPr>
              <a:t> tiago_pro_temp</a:t>
            </a:r>
            <a:r>
              <a:rPr lang="en"/>
              <a:t> --env="DISPLAY=$DISPLAY" --volume="/tmp/.X11-unix:/tmp/.X11-unix:rw" --network host --gpus all development-tiago-pro-23:alum-edge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exit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Copy files from temporary container to local machine</a:t>
            </a:r>
            <a:endParaRPr strike="sngStrike">
              <a:solidFill>
                <a:srgbClr val="0000FF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Or </a:t>
            </a:r>
            <a:r>
              <a:rPr lang="en">
                <a:solidFill>
                  <a:srgbClr val="0000FF"/>
                </a:solidFill>
              </a:rPr>
              <a:t>docker cp tiago_pro_temp:/opt/pal/alum/share ~/workspace_holland_2026_01</a:t>
            </a:r>
            <a:r>
              <a:rPr lang="en">
                <a:solidFill>
                  <a:srgbClr val="0000FF"/>
                </a:solidFill>
              </a:rPr>
              <a:t>/pal_packages</a:t>
            </a:r>
            <a:endParaRPr>
              <a:solidFill>
                <a:srgbClr val="0000FF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Remove temporary container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docker remove tiago_pro_temp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Tiago development environment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Start new docker container with local workspace</a:t>
            </a:r>
            <a:endParaRPr strike="sngStrike">
              <a:solidFill>
                <a:srgbClr val="0000FF"/>
              </a:solidFill>
            </a:endParaRPr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ct val="100000"/>
              <a:buChar char="○"/>
            </a:pPr>
            <a:r>
              <a:rPr lang="en">
                <a:solidFill>
                  <a:srgbClr val="0000FF"/>
                </a:solidFill>
              </a:rPr>
              <a:t>docker run -it --name holland_01 --env="DISPLAY=$DISPLAY" --env="QT_X11_NO_MITSHM=1" -v "/tmp/.X11-unix:/tmp/.X11-unix:rw" -v "$HOME/workspace_holland_2026_01/pal_packages/share:/opt/pal/alum/share:rw" --network host --gpus all --privileged --device=/dev/bus/usb --device=/dev/snd -w /opt/pal/alum/share development-tiago-pro-23:alum-edge</a:t>
            </a:r>
            <a:endParaRPr>
              <a:solidFill>
                <a:srgbClr val="0000FF"/>
              </a:solidFill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Start docker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docker start </a:t>
            </a:r>
            <a:r>
              <a:rPr lang="en"/>
              <a:t>holland_01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docker exec -it </a:t>
            </a:r>
            <a:r>
              <a:rPr lang="en"/>
              <a:t>holland_01</a:t>
            </a:r>
            <a:r>
              <a:rPr lang="en"/>
              <a:t> bash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Or to reduce repetition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echo "alias </a:t>
            </a:r>
            <a:r>
              <a:rPr lang="en"/>
              <a:t>holland_01</a:t>
            </a:r>
            <a:r>
              <a:rPr lang="en"/>
              <a:t>='docker exec -it </a:t>
            </a:r>
            <a:r>
              <a:rPr lang="en"/>
              <a:t>holland_01</a:t>
            </a:r>
            <a:r>
              <a:rPr lang="en"/>
              <a:t> bash'" &gt;&gt; ~/.bashrc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source ~/.bashrc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To allow local file manipulation from docker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>
                <a:solidFill>
                  <a:srgbClr val="0000FF"/>
                </a:solidFill>
              </a:rPr>
              <a:t>$ chmod -R a+rwx share</a:t>
            </a:r>
            <a:r>
              <a:rPr lang="en"/>
              <a:t> inside local folder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Handle GUI Authorization Issue (if applicable)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xhost +local:docker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Setting up Tiago development environment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6475" y="1091950"/>
            <a:ext cx="5112826" cy="3151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 txBox="1"/>
          <p:nvPr/>
        </p:nvSpPr>
        <p:spPr>
          <a:xfrm>
            <a:off x="0" y="4217425"/>
            <a:ext cx="9144000" cy="9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 Container (/pal/alum/share) and local folder (share) synchronized 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- </a:t>
            </a:r>
            <a:r>
              <a:rPr lang="en" sz="1800">
                <a:solidFill>
                  <a:srgbClr val="FF0000"/>
                </a:solidFill>
              </a:rPr>
              <a:t>Syncing /opt overwrites /opt/ros/humble, where ROS2 is installed—so ros2 stops working.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- Run Gazebo</a:t>
            </a:r>
            <a:endParaRPr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4545" y="1257075"/>
            <a:ext cx="5154906" cy="3207201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7"/>
          <p:cNvSpPr txBox="1"/>
          <p:nvPr/>
        </p:nvSpPr>
        <p:spPr>
          <a:xfrm>
            <a:off x="0" y="4482675"/>
            <a:ext cx="91440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Do this if Gazebo UI does not show up</a:t>
            </a:r>
            <a:endParaRPr sz="1800"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xhost +local:docker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 sim</a:t>
            </a:r>
            <a:endParaRPr/>
          </a:p>
        </p:txBody>
      </p:sp>
      <p:sp>
        <p:nvSpPr>
          <p:cNvPr id="89" name="Google Shape;8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https://docs.pal-robotics.com/edge/general/getting-started-simulator#robots-simulation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</a:t>
            </a:r>
            <a:r>
              <a:rPr lang="en"/>
              <a:t>ros2 launch tiago_pro_gazebo tiago_pro_gazebo.launch.py</a:t>
            </a:r>
            <a:endParaRPr/>
          </a:p>
        </p:txBody>
      </p:sp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8000" y="2182825"/>
            <a:ext cx="5648000" cy="287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 + Teleop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Adapt from Tiago 1 tutorial (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https://wiki.ros.org/Robots/TIAGo/Tutorials/motions/key_teleop</a:t>
            </a:r>
            <a:r>
              <a:rPr lang="en"/>
              <a:t>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</a:t>
            </a:r>
            <a:r>
              <a:rPr lang="en"/>
              <a:t>ros2 launch tiago_pro_gazebo tiago_pro_gazebo.launch.py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ros2 run key_teleop key_teleop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 + cmd_vel</a:t>
            </a:r>
            <a:endParaRPr/>
          </a:p>
        </p:txBody>
      </p:sp>
      <p:sp>
        <p:nvSpPr>
          <p:cNvPr id="102" name="Google Shape;102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ros2 launch tiago_pro_gazebo tiago_pro_gazebo.launch.py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</a:t>
            </a:r>
            <a:r>
              <a:rPr lang="en"/>
              <a:t>ros2 topic pub /cmd_vel geometry_msgs/msg/Twist "{linear: </a:t>
            </a:r>
            <a:r>
              <a:rPr b="1" lang="en"/>
              <a:t>{x: 0.1}</a:t>
            </a:r>
            <a:r>
              <a:rPr lang="en"/>
              <a:t>, angular: {z: 0.0}}"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ros2 topic pub /cmd_vel geometry_msgs/msg/Twist "{linear: </a:t>
            </a:r>
            <a:r>
              <a:rPr b="1" lang="en"/>
              <a:t>{x: 0.0}</a:t>
            </a:r>
            <a:r>
              <a:rPr lang="en"/>
              <a:t>, angular: {z: 0.0}}"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ros2 topic pub -1 /cmd_vel geometry_msgs/msg/Twist "{linear: {x: 0.1}}" ; ros2 topic pub -1 /cmd_vel geometry_msgs/msg/Twist "{linear: {x: 0.0}}" (to move 1 tick)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 + 2D SLAM + Map saving</a:t>
            </a:r>
            <a:endParaRPr/>
          </a:p>
        </p:txBody>
      </p:sp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launch tiago_pro_gazebo tiago_pro_gazebo.launch.py navigation:=True slam:=True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run key_teleop key_teleop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run nav2_map_server map_saver_cli -f /opt/pal/alum/share/pal_maps/maps/practice_1/map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Test - Gazebo + Navigation</a:t>
            </a:r>
            <a:endParaRPr/>
          </a:p>
        </p:txBody>
      </p:sp>
      <p:sp>
        <p:nvSpPr>
          <p:cNvPr id="120" name="Google Shape;120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https://docs.pal-robotics.com/edge/general/getting-started-simulator#robots-simulation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$ ros2 launch tiago_pro_gazebo tiago_pro_gazebo.launch.py navigation:=True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1850" y="2479125"/>
            <a:ext cx="4522151" cy="266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2479125"/>
            <a:ext cx="4623586" cy="27241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Test - Gazebo + Navigation + Change Map</a:t>
            </a:r>
            <a:endParaRPr/>
          </a:p>
        </p:txBody>
      </p:sp>
      <p:sp>
        <p:nvSpPr>
          <p:cNvPr id="128" name="Google Shape;128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https://docs.pal-robotics.com/edge/general/getting-started-simulator#robots-simulation</a:t>
            </a:r>
            <a:r>
              <a:rPr lang="en"/>
              <a:t>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launch tiago_pro_gazebo </a:t>
            </a:r>
            <a:r>
              <a:rPr lang="en"/>
              <a:t>tiago_pro</a:t>
            </a:r>
            <a:r>
              <a:rPr lang="en"/>
              <a:t>_gazebo.launch.py navigation:=True world_name:=small_office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service call /map_server/load_map nav2_msgs/srv/LoadMap "map_url: '/opt/pal/alum/share/pal_maps/maps/small_office/map.yaml'"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https://docs.pal-robotics.com/edge/development/rpk-tutorial#rpk-tutorial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Hello world (</a:t>
            </a:r>
            <a:r>
              <a:rPr lang="en" sz="1000" u="sng">
                <a:solidFill>
                  <a:schemeClr val="hlink"/>
                </a:solidFill>
                <a:hlinkClick r:id="rId3"/>
              </a:rPr>
              <a:t>https://docs.pal-robotics.com/edge/development/basic-hello-world</a:t>
            </a:r>
            <a:r>
              <a:rPr lang="en" sz="1000"/>
              <a:t>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PAL interaction simulator (</a:t>
            </a:r>
            <a:r>
              <a:rPr lang="en" sz="1000" u="sng">
                <a:solidFill>
                  <a:schemeClr val="hlink"/>
                </a:solidFill>
                <a:hlinkClick r:id="rId4"/>
              </a:rPr>
              <a:t>https://docs.pal-robotics.com/edge/development/interaction-simulator#interaction-simulator</a:t>
            </a:r>
            <a:r>
              <a:rPr lang="en" sz="1000"/>
              <a:t>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ROS4HRI (</a:t>
            </a:r>
            <a:r>
              <a:rPr lang="en" sz="1000" u="sng">
                <a:solidFill>
                  <a:schemeClr val="hlink"/>
                </a:solidFill>
                <a:hlinkClick r:id="rId5"/>
              </a:rPr>
              <a:t>https://ros4hri.github.io/tutorials/interactive-social-robots/zero-to-llm.html</a:t>
            </a:r>
            <a:r>
              <a:rPr lang="en" sz="1000"/>
              <a:t>)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r</a:t>
            </a:r>
            <a:r>
              <a:rPr lang="en" sz="1000"/>
              <a:t>pk tutorial (</a:t>
            </a:r>
            <a:r>
              <a:rPr lang="en" sz="1000" u="sng">
                <a:solidFill>
                  <a:schemeClr val="hlink"/>
                </a:solidFill>
                <a:hlinkClick r:id="rId6"/>
              </a:rPr>
              <a:t>https://docs.pal-robotics.com/edge/development/rpk-tutorial#rpk-tutorial</a:t>
            </a:r>
            <a:r>
              <a:rPr lang="en" sz="1000"/>
              <a:t>)</a:t>
            </a:r>
            <a:endParaRPr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Gazebo Simulation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Run Gazebo without Rviz. Removed “actions.append(rviz_bringup_launch)” from tiago_pro_gazebo.launch.py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ros2 launch tiago_pro_gazebo tiago_pro_gazebo_nav_motion.launch.py use_sim_time:=True navigation:=Tru</a:t>
            </a:r>
            <a:r>
              <a:rPr lang="en" sz="1300"/>
              <a:t>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Run moveit_config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ros2 launch tiago_pro_moveit_config moveit_rviz.launch.py use_sim_time:=True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All robot capabilities launched. Just need to add navigation topics to Rviz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Both navigation and motion planning enabled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" sz="1300">
                <a:solidFill>
                  <a:srgbClr val="FF0000"/>
                </a:solidFill>
              </a:rPr>
              <a:t>Next step: implement openVLA here</a:t>
            </a:r>
            <a:endParaRPr sz="1300">
              <a:solidFill>
                <a:srgbClr val="FF0000"/>
              </a:solidFill>
            </a:endParaRPr>
          </a:p>
        </p:txBody>
      </p:sp>
      <p:pic>
        <p:nvPicPr>
          <p:cNvPr id="147" name="Google Shape;14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86751" y="2975150"/>
            <a:ext cx="3457248" cy="2134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Tiago Pro robot</a:t>
            </a:r>
            <a:endParaRPr/>
          </a:p>
        </p:txBody>
      </p:sp>
      <p:sp>
        <p:nvSpPr>
          <p:cNvPr id="165" name="Google Shape;165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MCP server running in docker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pal connection start 10.68.0.1 wlx7419f816a4f8 2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python3 holland_ai/simple_server.py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AI runtime outside docker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python3 simple_agent.py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Frontend next to AI runtime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workspace_holland_2026_01/holland-frontend/holland-voice-assistant---ver2$ npm run dev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Tiago Pro Robot - base movement</a:t>
            </a:r>
            <a:endParaRPr/>
          </a:p>
        </p:txBody>
      </p:sp>
      <p:sp>
        <p:nvSpPr>
          <p:cNvPr id="171" name="Google Shape;171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Move robot for a few seconds and stop (Publish velocity commands at 10Hz for the specified duration, then publish stop commands at 10Hz for 1 second to ensure the robot fully stops)</a:t>
            </a:r>
            <a:endParaRPr sz="1600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timeout 3 ros2 topic pub /cmd_vel geometry_msgs/msg/Twist "{linear: {x: 0.1}}" -r 10; timeout 1 ros2 topic pub /cmd_vel geometry_msgs/msg/Twist "{}" -r 10</a:t>
            </a:r>
            <a:endParaRPr sz="12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Tiago Pro Robot - gravity compensation mode</a:t>
            </a:r>
            <a:endParaRPr/>
          </a:p>
        </p:txBody>
      </p:sp>
      <p:sp>
        <p:nvSpPr>
          <p:cNvPr id="177" name="Google Shape;17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Gravity compensation - activation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control switch_controllers --activate arm_left_gravity_compensation_controller --deactivate arm_left_controller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Gravity compensation - hold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control switch_controllers  --deactivate arm_left_gravity_compensation_controller --activate arm_left_controller</a:t>
            </a:r>
            <a:endParaRPr/>
          </a:p>
        </p:txBody>
      </p:sp>
      <p:pic>
        <p:nvPicPr>
          <p:cNvPr id="178" name="Google Shape;17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643759"/>
            <a:ext cx="9144000" cy="14997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Tiago Pro Robot - robot listening and transcribing</a:t>
            </a:r>
            <a:endParaRPr/>
          </a:p>
        </p:txBody>
      </p:sp>
      <p:sp>
        <p:nvSpPr>
          <p:cNvPr id="184" name="Google Shape;18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Launch to start transcribing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launch asr_vosk asr_vosk.launch.py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Echo result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topic echo /humans/voices/anonymous_speaker/speech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Connectivity: </a:t>
            </a:r>
            <a:r>
              <a:rPr lang="en" sz="2320"/>
              <a:t>ROS 2 communication with robot (2026.01.15)</a:t>
            </a:r>
            <a:endParaRPr sz="2320"/>
          </a:p>
        </p:txBody>
      </p:sp>
      <p:sp>
        <p:nvSpPr>
          <p:cNvPr id="190" name="Google Shape;190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https://docs.pal-robotics.com/edge/development/robot-communication-ros2#robot-communication-ros2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Remote communication between robot and Tiago Pro docker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" sz="1300">
                <a:solidFill>
                  <a:srgbClr val="FF0000"/>
                </a:solidFill>
              </a:rPr>
              <a:t>pal connection start [robot_address] [network_interface] [ros_domain_id]</a:t>
            </a:r>
            <a:endParaRPr sz="1300">
              <a:solidFill>
                <a:srgbClr val="FF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300"/>
              <a:buChar char="●"/>
            </a:pPr>
            <a:r>
              <a:rPr lang="en" sz="1300">
                <a:solidFill>
                  <a:srgbClr val="FF0000"/>
                </a:solidFill>
              </a:rPr>
              <a:t>pal connection start 10.68.0.1 wlx7419f816a4f8 2</a:t>
            </a:r>
            <a:endParaRPr sz="1300">
              <a:solidFill>
                <a:srgbClr val="FF0000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Get network_interface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i</a:t>
            </a:r>
            <a:r>
              <a:rPr lang="en" sz="1300"/>
              <a:t>p a or ip route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Get robot_address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Get ros_domain_id</a:t>
            </a:r>
            <a:endParaRPr sz="1300"/>
          </a:p>
        </p:txBody>
      </p:sp>
      <p:pic>
        <p:nvPicPr>
          <p:cNvPr id="191" name="Google Shape;191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3263807"/>
            <a:ext cx="9144000" cy="10787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Connectivity: </a:t>
            </a:r>
            <a:r>
              <a:rPr lang="en" sz="2320"/>
              <a:t>i</a:t>
            </a:r>
            <a:r>
              <a:rPr lang="en" sz="2320"/>
              <a:t>p a and ip route from docker</a:t>
            </a:r>
            <a:endParaRPr sz="2320"/>
          </a:p>
        </p:txBody>
      </p:sp>
      <p:sp>
        <p:nvSpPr>
          <p:cNvPr id="197" name="Google Shape;19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8" name="Google Shape;19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84"/>
            <a:ext cx="9143999" cy="3477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320"/>
              <a:t>Connectivity: </a:t>
            </a:r>
            <a:r>
              <a:rPr lang="en" sz="2320"/>
              <a:t>From robot web interface</a:t>
            </a:r>
            <a:endParaRPr sz="2320"/>
          </a:p>
        </p:txBody>
      </p:sp>
      <p:sp>
        <p:nvSpPr>
          <p:cNvPr id="204" name="Google Shape;204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5" name="Google Shape;205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200" y="1088525"/>
            <a:ext cx="4575019" cy="3017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87389" y="1088525"/>
            <a:ext cx="4524237" cy="298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Manipulation: Running Moveit Configuration</a:t>
            </a:r>
            <a:endParaRPr/>
          </a:p>
        </p:txBody>
      </p:sp>
      <p:sp>
        <p:nvSpPr>
          <p:cNvPr id="212" name="Google Shape;212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Moveit motion planning with RVIZ working. Sometime not 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ros2 launch tiago_pro_moveit_config moveit_rviz</a:t>
            </a:r>
            <a:r>
              <a:rPr lang="en" u="sng">
                <a:solidFill>
                  <a:schemeClr val="hlink"/>
                </a:solidFill>
                <a:hlinkClick r:id="rId3"/>
              </a:rPr>
              <a:t>.launch.py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400"/>
              <a:buChar char="○"/>
            </a:pPr>
            <a:r>
              <a:rPr lang="en">
                <a:solidFill>
                  <a:srgbClr val="FF0000"/>
                </a:solidFill>
              </a:rPr>
              <a:t>Need to try defining new poses in Gazebo </a:t>
            </a:r>
            <a:endParaRPr>
              <a:solidFill>
                <a:srgbClr val="FF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Navigation: simply running navigation</a:t>
            </a:r>
            <a:endParaRPr/>
          </a:p>
        </p:txBody>
      </p:sp>
      <p:sp>
        <p:nvSpPr>
          <p:cNvPr id="218" name="Google Shape;218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19" name="Google Shape;219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6101" y="1780625"/>
            <a:ext cx="5917902" cy="3362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152470"/>
            <a:ext cx="2555250" cy="289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Speak skill</a:t>
            </a:r>
            <a:endParaRPr/>
          </a:p>
        </p:txBody>
      </p:sp>
      <p:sp>
        <p:nvSpPr>
          <p:cNvPr id="226" name="Google Shape;226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ros2 action send_goal /tts_engine/tts tts_msgs/action/TTS "{input: 'Hello! I am connected and ready to help.'}"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AI Agent: command-navigation-manipulation-conversation</a:t>
            </a:r>
            <a:endParaRPr/>
          </a:p>
        </p:txBody>
      </p:sp>
      <p:sp>
        <p:nvSpPr>
          <p:cNvPr id="232" name="Google Shape;232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do list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Gmapping. Simulation + real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Speaking. Real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After connecting to wifi, link to n8n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Link to visualization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